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Titel nennen. Aufhänger: Diese Präsentation hat zwei Ebenen – mein realer Berufshintergrund im Krankenhauslager und das Softwareprojekt. Beide laufen parallel.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Glaubwürdigkeit: 3 Jahre Teamleiter im Zentrallager der Diakonissen Speyer. Zahlen: rund 1.200 lagergeführte Artikel, über 24.000 Artikel, die über den Einkauf bestellt werden, 15.000 Lieferscheine/Jahr, 12 Mitarbeiter geführt. Warenwirtschaft war mySAP ERP, Modul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Ausgangslage damals: Nur das Zentrallager hatte SAP. Stationen und die 13 Außenhäuser füllten Anforderungszettel aus, per Fax/Mail. Im Zentrallager manuell in SAP eingetippt, Kommissionierliste erstellt, bearbeitet, ausgefahren. Schwachstellen benennen.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Wende: Pilotprojekt Amondis-Logistik – federführend bei Anpassung der Prozesse, Zuschnitt der Oberflächen, Einführung im laufenden Betrieb. Jeder Standort bestellt direkt digital, Mehrfachbestellungen zusammenfassbar. WICHTIG: Das System trennt jetzt automatisch ~1.200 lagergeführte Artikel von über 24.000 Artikeln, die direkt an den Einkauf gehen – diese automatische Aufteilung war vorher nicht möglich.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Kernbotschaft / Brückenschlag: Damals war ich Anwender und habe digitalisiert. Heute stehe ich auf der anderen Seite – als Entwickler. Das ist meine Motivation für genau dieses Projekt.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Projekt: Lagerverwaltung für ein fiktives Krankenhaus. Betonen, dass es synonym zur realen Situation ist – gleiches Problem, andere Seite des Tisches.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SRH-Pflichtanforderungen: MySQL mit mind. 5 Tabellen, CRUD, MVC, Suche/Filter. Jede mit der realen Lager-Aufgabe verknüpfen.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Ist-Analyse des fiktiven Krankenhauses = Spiegel der Insel-Situation: manuelle Listen, kein Warnsystem, keine Historie. Soll-Konzept = das, was Amondis im echten Lager geschaffen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Architektur: MVC + DAO, Java 17, JavaFX, MySQL 8, lokal. View → Model → DAO → DB. Warenwirtschaftssystem im Kleinen, jede Schicht selbst entworfen.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ER-Diagramm: 6 Tabellen in 3. Normalform. Beziehungen / Fremdschlüssel kurz erklären. Parallele: früher Stammdaten in SAP gepflegt, jetzt selbst modelliert.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Kernfunktionen (ggf. Live-Demo): CRUD, Suche/Filter, rote Mindestbestand-Warnung, Umlagerung (Bonus), Bestellverwaltung, berechneter Bestand.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Designentscheidung: Bestand wird nicht gespeichert, sondern aus den Bewegungen berechnet (SUM EINGANG − AUSGANG). Vorteile: keine Widersprüche, kostenlose Historie. Im Fachgespräch begründbar.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Herausforderungen ehrlich: zwei behobene Bugs (Spaltenname, DB-Verbindung), JavaFX im Selbststudium. Gleiche Systematik wie bei der Amondis-Prozessanpassung.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Ergebnis: alle Pflichtkriterien erfüllt, 6 Tabellen, ~1.700 Zeilen Code, plus Umlagerung als Zusatzfeature. Soll-Ist passt.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Fazit, Bogen schließen: vom Fax-Zettel zum eigenen System. Ich stand auf beiden Seiten. Dank und Überleitung zu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1550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SRH · Wirtschaftsinformatik · Gruppe 2551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Hand zu digital –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3957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jetzt auf der </a:t>
            </a:r>
            <a:pPr indent="0" marL="0">
              <a:buNone/>
            </a:pPr>
            <a:r>
              <a:rPr lang="en-US" sz="4000" b="1" i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anderen Seite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des Tisches.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76656" y="3456432"/>
            <a:ext cx="1371600" cy="45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6576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einer Software zur Lagerverwaltung von medizinischem Verbrauchsmaterial im Krankenhaus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4983480"/>
            <a:ext cx="640080" cy="64008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" y="513709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4983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Sascha Schulz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AF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Wirtschaftsinformatiker · Betreuerin: Frau Cramer · Java + JavaFX + MySQL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hier spricht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Jahre Teamleiter im Zentrallager – belegt im Arbeitszeugnis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Bevor ich Software entwickelt habe, habe ich Lager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geführt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Zuletzt als Teamleiter im Zentrallager der Diakonissen Speyer (02/2020–03/2023) – genau das Umfeld, das dieses Projekt im Kleinen nachbildet.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0" y="1554480"/>
            <a:ext cx="1005840" cy="1005840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882" y="1795882"/>
            <a:ext cx="523037" cy="5230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0" y="2606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Diakonissen Speyer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320040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3200400"/>
            <a:ext cx="82296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364992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1.200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795528" y="4069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lagergeführte Artikel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65576" y="320040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65576" y="3200400"/>
            <a:ext cx="82296" cy="1371600"/>
          </a:xfrm>
          <a:prstGeom prst="rect">
            <a:avLst/>
          </a:prstGeom>
          <a:solidFill>
            <a:srgbClr val="087E8B"/>
          </a:solidFill>
          <a:ln/>
        </p:spPr>
      </p:sp>
      <p:sp>
        <p:nvSpPr>
          <p:cNvPr id="14" name="Text 11"/>
          <p:cNvSpPr/>
          <p:nvPr/>
        </p:nvSpPr>
        <p:spPr>
          <a:xfrm>
            <a:off x="3575304" y="3364992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7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24.000+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602736" y="4069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über den Einkauf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72784" y="320040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72784" y="3200400"/>
            <a:ext cx="82296" cy="1371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5"/>
          <p:cNvSpPr/>
          <p:nvPr/>
        </p:nvSpPr>
        <p:spPr>
          <a:xfrm>
            <a:off x="6382512" y="3364992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15.000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409944" y="4069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Lieferscheine / Jahr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079992" y="32004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079992" y="3200400"/>
            <a:ext cx="82296" cy="137160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9189720" y="3364992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9217152" y="4069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 geführt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58368" y="4800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aus der beruflichen Tätigkeit; Warenwirtschaft im Unternehmen: mySAP ERP / Modul MM (laut Arbeitszeugnis Diakonissen Speyer mbH).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26" name="Shape 23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Anwender &amp; Lagerleiter im SAP-Umfeld</a:t>
            </a:r>
            <a:endParaRPr lang="en-US" sz="115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Prozess, selbst programmiert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Ausgangslage – damals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das Zentrallager hatte ein System. Der Rest lief auf Papier.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9304" y="2148840"/>
            <a:ext cx="731520" cy="731520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869" y="232440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99923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/ Außenhaus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9808" y="3401568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Anforderungszettel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handschriftlich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2880360"/>
            <a:ext cx="182880" cy="182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852928" y="192024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483864" y="2148840"/>
            <a:ext cx="731520" cy="731520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429" y="2324405"/>
            <a:ext cx="380390" cy="38039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944368" y="299923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Fax &amp; E-Mail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2944368" y="3401568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Zettel ans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Zentrallager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2880360"/>
            <a:ext cx="182880" cy="18288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047488" y="192024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5678424" y="2148840"/>
            <a:ext cx="731520" cy="731520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3989" y="2324405"/>
            <a:ext cx="380390" cy="38039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38928" y="299923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SAP-Eingabe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5138928" y="3401568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 ins System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getippt</a:t>
            </a:r>
            <a:endParaRPr lang="en-US" sz="11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0024" y="2880360"/>
            <a:ext cx="182880" cy="18288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242048" y="192024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7872984" y="2148840"/>
            <a:ext cx="731520" cy="731520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8549" y="2324405"/>
            <a:ext cx="380390" cy="38039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333488" y="299923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Kommissionierliste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7333488" y="3401568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erstellt &amp;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bearbeitet</a:t>
            </a:r>
            <a:endParaRPr lang="en-US" sz="11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4584" y="2880360"/>
            <a:ext cx="182880" cy="18288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36608" y="192024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9" name="Shape 19"/>
          <p:cNvSpPr/>
          <p:nvPr/>
        </p:nvSpPr>
        <p:spPr>
          <a:xfrm>
            <a:off x="10067544" y="2148840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3109" y="2324405"/>
            <a:ext cx="380390" cy="38039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9528048" y="299923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Fahrdienst</a:t>
            </a:r>
            <a:endParaRPr lang="en-US" sz="1300" dirty="0"/>
          </a:p>
        </p:txBody>
      </p:sp>
      <p:sp>
        <p:nvSpPr>
          <p:cNvPr id="32" name="Text 21"/>
          <p:cNvSpPr/>
          <p:nvPr/>
        </p:nvSpPr>
        <p:spPr>
          <a:xfrm>
            <a:off x="9528048" y="3401568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 ausgeliefert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gefahren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58368" y="452628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DEEE8"/>
          </a:solidFill>
          <a:ln w="12700">
            <a:solidFill>
              <a:srgbClr val="F4A98F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680" y="4736592"/>
            <a:ext cx="274320" cy="274320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1234440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Schwachstellen</a:t>
            </a:r>
            <a:endParaRPr lang="en-US" sz="1400" dirty="0"/>
          </a:p>
        </p:txBody>
      </p:sp>
      <p:sp>
        <p:nvSpPr>
          <p:cNvPr id="36" name="Text 24"/>
          <p:cNvSpPr/>
          <p:nvPr/>
        </p:nvSpPr>
        <p:spPr>
          <a:xfrm>
            <a:off x="1234440" y="5074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3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Medienbruch Papier→System  ·  Tippfehler &amp; Doppelerfassung  ·  keine Echtzeit-Bestände  ·  jede Bestellung einzeln  ·  Stationen ohne Systemzugang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38" name="Shape 26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39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Außenhäuser + Stationen bestellen per Fax</a:t>
            </a:r>
            <a:endParaRPr lang="en-US" sz="115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42" name="Shape 28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Standort bestellt direkt im System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Wende: Pilotprojekt Amondis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Federführend bei Anpassung, Zuschnitt und Einführung der Software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507492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9050">
            <a:solidFill>
              <a:srgbClr val="F4A98F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19072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Insel-Lösung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das Zentrallager arbeitete im SAP. Stationen &amp; Außenhäuser schickten Zettel – zentral abgetippt.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10896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30632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 Erfassung im Zentrallager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3419856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33741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Bestellungen einzeln &amp; unverbunden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30752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68503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direkter Standort-Zugriff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870448" y="2606040"/>
            <a:ext cx="548640" cy="5486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2122" y="2737714"/>
            <a:ext cx="285293" cy="285293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492240" y="1554480"/>
            <a:ext cx="5047488" cy="2606040"/>
          </a:xfrm>
          <a:prstGeom prst="roundRect">
            <a:avLst>
              <a:gd name="adj" fmla="val 4211"/>
            </a:avLst>
          </a:prstGeom>
          <a:solidFill>
            <a:srgbClr val="E9FBF4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6702552" y="17190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8" name="Text 12"/>
          <p:cNvSpPr/>
          <p:nvPr/>
        </p:nvSpPr>
        <p:spPr>
          <a:xfrm>
            <a:off x="6702552" y="17190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702552" y="224028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 digitaler Ablauf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C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Zentrallager, alle Stationen und jedes Außenhaus erhielten Amondis – passend zugeschnitten, bestellen direkt.</a:t>
            </a:r>
            <a:endParaRPr lang="en-US" sz="15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9984" y="310896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22592" y="30632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Standort bestellt selbst digital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9984" y="3419856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022592" y="33741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Mehrfach-Bestellungen zusammengefasst</a:t>
            </a:r>
            <a:endParaRPr lang="en-US" sz="12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9984" y="3730752"/>
            <a:ext cx="201168" cy="20116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022592" y="368503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durchgängiger Prozess ohne Papier</a:t>
            </a:r>
            <a:endParaRPr lang="en-US" sz="1200" dirty="0"/>
          </a:p>
        </p:txBody>
      </p:sp>
      <p:sp>
        <p:nvSpPr>
          <p:cNvPr id="26" name="Shape 17"/>
          <p:cNvSpPr/>
          <p:nvPr/>
        </p:nvSpPr>
        <p:spPr>
          <a:xfrm>
            <a:off x="658368" y="4370832"/>
            <a:ext cx="10881360" cy="1481328"/>
          </a:xfrm>
          <a:prstGeom prst="roundRect">
            <a:avLst>
              <a:gd name="adj" fmla="val 7407"/>
            </a:avLst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932688" y="4736592"/>
            <a:ext cx="749808" cy="74980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2642" y="4916546"/>
            <a:ext cx="389900" cy="3899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920240" y="4526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Funktion: automatische Trennung – vorher nicht möglich</a:t>
            </a:r>
            <a:endParaRPr lang="en-US" sz="1500" dirty="0"/>
          </a:p>
        </p:txBody>
      </p:sp>
      <p:sp>
        <p:nvSpPr>
          <p:cNvPr id="30" name="Text 20"/>
          <p:cNvSpPr/>
          <p:nvPr/>
        </p:nvSpPr>
        <p:spPr>
          <a:xfrm>
            <a:off x="1920240" y="4937760"/>
            <a:ext cx="9509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~1.200 lagergeführte Artikel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verbleiben im Lager  · 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24.000+ Artikel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werden automatisch an den Einkauf zur Bestellung weitergeleitet. Das System trennt beide Wege selbstständig – diese Aufteilung war früher nicht möglich.</a:t>
            </a:r>
            <a:endParaRPr lang="en-US" sz="1300" dirty="0"/>
          </a:p>
        </p:txBody>
      </p:sp>
      <p:sp>
        <p:nvSpPr>
          <p:cNvPr id="31" name="Shape 21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32" name="Shape 22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Amondis anpassen &amp; verteilen (Anwenderseite)</a:t>
            </a:r>
            <a:endParaRPr lang="en-US" sz="115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36" name="Shape 24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Lagersoftware selbst entwerfen &amp; bauen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Brückenschlag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genau dieses Projekt?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931920" cy="2468880"/>
          </a:xfrm>
          <a:prstGeom prst="roundRect">
            <a:avLst>
              <a:gd name="adj" fmla="val 4444"/>
            </a:avLst>
          </a:prstGeom>
          <a:solidFill>
            <a:srgbClr val="103F4C"/>
          </a:solidFill>
          <a:ln w="19050">
            <a:solidFill>
              <a:srgbClr val="E76F51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423160"/>
            <a:ext cx="868680" cy="868680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83" y="263164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3383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Anwender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143000" y="4069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habe die Software bedient, angepasst und eingeführt.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880360"/>
            <a:ext cx="1005840" cy="10058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242" y="3121762"/>
            <a:ext cx="523037" cy="523037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406640" y="2103120"/>
            <a:ext cx="3931920" cy="2468880"/>
          </a:xfrm>
          <a:prstGeom prst="roundRect">
            <a:avLst>
              <a:gd name="adj" fmla="val 4444"/>
            </a:avLst>
          </a:prstGeom>
          <a:solidFill>
            <a:srgbClr val="103F4C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26680" y="2423160"/>
            <a:ext cx="868680" cy="86868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5163" y="2631643"/>
            <a:ext cx="451714" cy="45171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726680" y="3383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72668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Entwickler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7726680" y="4069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baue das System selbst – Datenmodell, Logik und Oberfläche.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2801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E8F4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„Ich kenne den Schmerz der Zettelwirtschaft aus erster Hand. Jetzt löse ich ihn als Entwickler – das ist meine Motivation für dieses Projekt."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Projekt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 Aufgabe – jetzt von der Entwicklerseite gelöst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67665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658368" cy="658368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88" y="203252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Auftrag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6916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Lagerverwaltung medizinischen Verbrauchsmaterials für ein (fiktives) Krankenhaus.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834640"/>
            <a:ext cx="658368" cy="65836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688" y="2992648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1635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91640" y="31089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 Listen ablösen durch eine strukturierte Desktop-Anwendung mit Datenbank.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68680" y="3794760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688" y="395276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77647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Umfang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691640" y="406908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über 6 Tabellen, Suche/Filter, Bestands- und Bestellverwaltung, lokal ohne Internet.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7635240" y="1645920"/>
            <a:ext cx="3904488" cy="3200400"/>
          </a:xfrm>
          <a:prstGeom prst="roundRect">
            <a:avLst>
              <a:gd name="adj" fmla="val 3429"/>
            </a:avLst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7863840" y="1874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 zur Praxis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7863840" y="233172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8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Krankenhaus mit Lager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Verbrauchsmaterial verwalten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8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 &amp; Bestellungen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Mindestbestand statt ABC-Liste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8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 Lager / Stationen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Zentrallager + Außenhäuser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21" name="Shape 16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reales Krankenhauslager mit SAP/Amondis</a:t>
            </a:r>
            <a:endParaRPr lang="en-US" sz="115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fiktives Lager – eigene Java-Anwendung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Anforderungen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SRH-Pflichtkriterien – jede spiegelt eine reale Lager-Aufgabe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5349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82296" cy="1508760"/>
          </a:xfrm>
          <a:prstGeom prst="rect">
            <a:avLst/>
          </a:prstGeom>
          <a:solidFill>
            <a:srgbClr val="087E8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03120"/>
            <a:ext cx="685800" cy="685800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26771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MySQL-Datenbank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755648" y="2404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mind. 5 Tabellen → umgesetzt mit 6 Tabellen (3NF)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90488" y="1691640"/>
            <a:ext cx="5349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190488" y="1691640"/>
            <a:ext cx="82296" cy="1508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Shape 9"/>
          <p:cNvSpPr/>
          <p:nvPr/>
        </p:nvSpPr>
        <p:spPr>
          <a:xfrm>
            <a:off x="6446520" y="2103120"/>
            <a:ext cx="685800" cy="6858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226771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87768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CRUD-Funktionalität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287768" y="2404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Anlegen, Lesen, Ändern, Löschen aller Stammdaten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58368" y="3429000"/>
            <a:ext cx="5349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58368" y="3429000"/>
            <a:ext cx="82296" cy="15087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3840480"/>
            <a:ext cx="685800" cy="6858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00507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55648" y="3703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MVC-Architektur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1755648" y="41422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saubere Trennung von Daten, Logik und Oberfläche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190488" y="3429000"/>
            <a:ext cx="5349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90488" y="3429000"/>
            <a:ext cx="82296" cy="150876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4" name="Shape 19"/>
          <p:cNvSpPr/>
          <p:nvPr/>
        </p:nvSpPr>
        <p:spPr>
          <a:xfrm>
            <a:off x="6446520" y="3840480"/>
            <a:ext cx="685800" cy="685800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4005072"/>
            <a:ext cx="356616" cy="35661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287768" y="3703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Such- &amp; Filterfunktion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7287768" y="41422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schnell finden – wie die Kommissionierung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29" name="Shape 23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SAP/Amondis erfüllten diese Aufgaben im Großen</a:t>
            </a:r>
            <a:endParaRPr lang="en-US" sz="11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selbe Bausteine – im Kleinen selbst gebaut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Problem im Modell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Ist-Analyse des Krankenhauses spiegelt die Insel-Situation von früher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713232" cy="713232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864" y="2228576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 Listen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6968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 in Excel/Papier – fehleranfällig und nie aktuell.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15968" y="1783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2057400"/>
            <a:ext cx="713232" cy="713232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1464" y="2228576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44568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Warnsystem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44568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merkt rechtzeitig, wenn ein Material zur Neige geht.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73568" y="1783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47888" y="2057400"/>
            <a:ext cx="713232" cy="713232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064" y="2228576"/>
            <a:ext cx="370881" cy="3708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02168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Historie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02168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Zu- und Abgänge sind nicht nachvollziehbar dokumentiert.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58368" y="43434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E9FBF4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4572000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80160" y="4526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Soll-Konzept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280160" y="4892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C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zentrale Anwendung mit Datenbank: jederzeit aktuelle Bestände, automatische Mindestbestand-Warnung und lückenlose Bewegungs-Historie – genau das, was Amondis im echten Lager geschaffen hat.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24" name="Shape 18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Zettel, kein Warnsystem, keine Nachvollziehbarkeit</a:t>
            </a:r>
            <a:endParaRPr lang="en-US" sz="115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DB-gestützt, Warnungen, volle Historie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Lösung: Architektur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+ DAO-Muster · Java 17 · JavaFX · MySQL 8 – lokal, ohne Internet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828800"/>
            <a:ext cx="254203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828800"/>
            <a:ext cx="2542032" cy="109728"/>
          </a:xfrm>
          <a:prstGeom prst="rect">
            <a:avLst/>
          </a:prstGeom>
          <a:solidFill>
            <a:srgbClr val="087E8B"/>
          </a:solidFill>
          <a:ln/>
        </p:spPr>
      </p:sp>
      <p:sp>
        <p:nvSpPr>
          <p:cNvPr id="6" name="Shape 4"/>
          <p:cNvSpPr/>
          <p:nvPr/>
        </p:nvSpPr>
        <p:spPr>
          <a:xfrm>
            <a:off x="1545336" y="2148840"/>
            <a:ext cx="768096" cy="768096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679" y="2333183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303580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49808" y="341985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7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main.fxml + Controller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" y="3767328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Oberfläche: Tabellen, Suche, Dialoge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2788920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438144" y="1828800"/>
            <a:ext cx="254203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38144" y="1828800"/>
            <a:ext cx="2542032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Shape 10"/>
          <p:cNvSpPr/>
          <p:nvPr/>
        </p:nvSpPr>
        <p:spPr>
          <a:xfrm>
            <a:off x="4325112" y="2148840"/>
            <a:ext cx="768096" cy="768096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9455" y="2333183"/>
            <a:ext cx="399410" cy="3994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29584" y="303580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3529584" y="341985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POJO-Klassen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547872" y="3767328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spiegeln je eine Tabelle</a:t>
            </a:r>
            <a:endParaRPr lang="en-US" sz="11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2788920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828800"/>
            <a:ext cx="254203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217920" y="1828800"/>
            <a:ext cx="2542032" cy="10972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2" name="Shape 16"/>
          <p:cNvSpPr/>
          <p:nvPr/>
        </p:nvSpPr>
        <p:spPr>
          <a:xfrm>
            <a:off x="7104888" y="2148840"/>
            <a:ext cx="768096" cy="7680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231" y="2333183"/>
            <a:ext cx="399410" cy="39941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309360" y="303580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309360" y="341985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DAO-Klassen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6327648" y="3767328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via PreparedStatement</a:t>
            </a:r>
            <a:endParaRPr lang="en-US" sz="115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9096" y="2788920"/>
            <a:ext cx="201168" cy="201168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8997696" y="1828800"/>
            <a:ext cx="254203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8997696" y="1828800"/>
            <a:ext cx="2542032" cy="10972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0" name="Shape 22"/>
          <p:cNvSpPr/>
          <p:nvPr/>
        </p:nvSpPr>
        <p:spPr>
          <a:xfrm>
            <a:off x="9884664" y="2148840"/>
            <a:ext cx="768096" cy="768096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69007" y="2333183"/>
            <a:ext cx="399410" cy="39941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9089136" y="303580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Datenbank</a:t>
            </a:r>
            <a:endParaRPr lang="en-US" sz="1700" dirty="0"/>
          </a:p>
        </p:txBody>
      </p:sp>
      <p:sp>
        <p:nvSpPr>
          <p:cNvPr id="33" name="Text 24"/>
          <p:cNvSpPr/>
          <p:nvPr/>
        </p:nvSpPr>
        <p:spPr>
          <a:xfrm>
            <a:off x="9089136" y="341985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krankenhaus_lager</a:t>
            </a:r>
            <a:endParaRPr lang="en-US" sz="1200" dirty="0"/>
          </a:p>
        </p:txBody>
      </p:sp>
      <p:sp>
        <p:nvSpPr>
          <p:cNvPr id="34" name="Text 25"/>
          <p:cNvSpPr/>
          <p:nvPr/>
        </p:nvSpPr>
        <p:spPr>
          <a:xfrm>
            <a:off x="9107424" y="3767328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Tabellen, Port 3324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658368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ein Warenwirtschaftssystem im Kleinen – nur dass ich jede Schicht selbst entworfen habe.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37" name="Shape 28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SAP/Amondis als fertige Großsysteme</a:t>
            </a:r>
            <a:endParaRPr lang="en-US" sz="1150" dirty="0"/>
          </a:p>
        </p:txBody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Schichten: View · Model · DAO · DB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Datenmodell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Tabellen in 3. Normalform – das Herz der Anwendung</a:t>
            </a:r>
            <a:endParaRPr lang="en-US" sz="1500" dirty="0"/>
          </a:p>
        </p:txBody>
      </p:sp>
      <p:pic>
        <p:nvPicPr>
          <p:cNvPr id="4" name="Image 0" descr="assets/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508760"/>
            <a:ext cx="7589520" cy="43708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66760" y="1600200"/>
            <a:ext cx="3200400" cy="41605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6 Tabellen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95360" y="2276856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5"/>
          <p:cNvSpPr/>
          <p:nvPr/>
        </p:nvSpPr>
        <p:spPr>
          <a:xfrm>
            <a:off x="8833104" y="218541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kategorien  </a:t>
            </a:r>
            <a:pPr indent="0" marL="0">
              <a:buNone/>
            </a:pPr>
            <a:r>
              <a:rPr lang="en-US" sz="11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Materialgruppen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595360" y="2843784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7"/>
          <p:cNvSpPr/>
          <p:nvPr/>
        </p:nvSpPr>
        <p:spPr>
          <a:xfrm>
            <a:off x="8833104" y="27523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materialien  </a:t>
            </a:r>
            <a:pPr indent="0" marL="0">
              <a:buNone/>
            </a:pPr>
            <a:r>
              <a:rPr lang="en-US" sz="11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Artikelstammdaten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595360" y="341071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9"/>
          <p:cNvSpPr/>
          <p:nvPr/>
        </p:nvSpPr>
        <p:spPr>
          <a:xfrm>
            <a:off x="8833104" y="33192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stationslager  </a:t>
            </a:r>
            <a:pPr indent="0" marL="0">
              <a:buNone/>
            </a:pPr>
            <a:r>
              <a:rPr lang="en-US" sz="11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Lagerorte / Stationen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595360" y="3977640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1"/>
          <p:cNvSpPr/>
          <p:nvPr/>
        </p:nvSpPr>
        <p:spPr>
          <a:xfrm>
            <a:off x="8833104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lieferanten  </a:t>
            </a:r>
            <a:pPr indent="0" marL="0">
              <a:buNone/>
            </a:pPr>
            <a:r>
              <a:rPr lang="en-US" sz="11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Bezugsquellen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595360" y="4544568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3"/>
          <p:cNvSpPr/>
          <p:nvPr/>
        </p:nvSpPr>
        <p:spPr>
          <a:xfrm>
            <a:off x="8833104" y="445312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bestellungen  </a:t>
            </a:r>
            <a:pPr indent="0" marL="0">
              <a:buNone/>
            </a:pPr>
            <a:r>
              <a:rPr lang="en-US" sz="11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Bestellungen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595360" y="5111496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5"/>
          <p:cNvSpPr/>
          <p:nvPr/>
        </p:nvSpPr>
        <p:spPr>
          <a:xfrm>
            <a:off x="8833104" y="502005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bestandsbewegungen  </a:t>
            </a:r>
            <a:pPr indent="0" marL="0">
              <a:buNone/>
            </a:pPr>
            <a:r>
              <a:rPr lang="en-US" sz="11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Ein-/Ausgänge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20" name="Shape 17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Tausende Artikel in SAP-Stammdaten gepflegt</a:t>
            </a:r>
            <a:endParaRPr lang="en-US" sz="11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Stammdaten selbst modelliert &amp; normalisiert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Kernfunktionen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die Anwendung kann – jede Funktion mit Praxisbezug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658368" cy="658368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408" y="212396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09928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über alle Daten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6968" y="2788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Stammdaten anlegen, ändern, löschen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0" y="1965960"/>
            <a:ext cx="658368" cy="65836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008" y="2123968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67528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&amp; Filter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4568" y="2788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nach Name oder Station finden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973568" y="169164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0" y="1965960"/>
            <a:ext cx="658368" cy="658368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608" y="2123968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25128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Mindestbestand-Warnung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202168" y="2788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kritische Bestände rot hervorgehoben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58368" y="37033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3977640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408" y="413564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09928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Umlagerung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86968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zwischen Lagern umbuchen (Bonus)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15968" y="37033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0" y="3977640"/>
            <a:ext cx="658368" cy="658368"/>
          </a:xfrm>
          <a:prstGeom prst="ellipse">
            <a:avLst/>
          </a:prstGeom>
          <a:solidFill>
            <a:srgbClr val="087E8B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0008" y="4135648"/>
            <a:ext cx="342351" cy="34235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367528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Bestellverwaltung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44568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Bestellungen mit Status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973568" y="37033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29600" y="3977640"/>
            <a:ext cx="658368" cy="65836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7608" y="4135648"/>
            <a:ext cx="342351" cy="34235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25128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Bestandsberechnung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202168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 live aus den Bewegungen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35" name="Shape 27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Kommissionierung · ABC-Auswertung · Inventur</a:t>
            </a:r>
            <a:endParaRPr lang="en-US" sz="1150" dirty="0"/>
          </a:p>
        </p:txBody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· Warnung · Umlagerung · Historie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Designentscheidung im Detail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Bestand wird nicht gespeichert – er wird berechnet.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011680"/>
            <a:ext cx="9966960" cy="1371600"/>
          </a:xfrm>
          <a:prstGeom prst="roundRect">
            <a:avLst>
              <a:gd name="adj" fmla="val 8000"/>
            </a:avLst>
          </a:prstGeom>
          <a:solidFill>
            <a:srgbClr val="0A2F39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Bestand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Σ EINGANG  −  Σ AUSGANG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" y="3657600"/>
            <a:ext cx="9966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Warum?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Buchung ist ein Datensatz in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bestandsbewegungen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Der aktuelle Bestand entsteht per SQL-Aggregation (SUM / CASE WHEN). Das verhindert widersprüchliche Werte und liefert kostenlos eine lückenlose Historie – dasselbe Prinzip wie die bestandsgeführte Logik in SAP.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Eine bewusste Entscheidung, die ich im Fachgespräch begründen kann.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Herausforderungen &amp; Lösungen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dem Projekttagebuch – dieselbe Systematik wie bei der Prozessanpassung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108813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02536"/>
            <a:ext cx="640080" cy="640080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" y="2156155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9019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Falscher Spaltenname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hieß im Code anders als in der DB → SQLException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22199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allen Stellen vereinheitlicht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58368" y="3063240"/>
            <a:ext cx="108813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14400" y="3328416"/>
            <a:ext cx="640080" cy="640080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" y="3482035"/>
            <a:ext cx="332842" cy="33284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783080" y="32278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DB-Verbindung scheiterte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5486400" y="32461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falscher Datenbankname &amp; Port in der JDBC-URL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28" y="3547872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98280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krankenhaus_lager / 3324 korrigiert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58368" y="4389120"/>
            <a:ext cx="108813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914400" y="4654296"/>
            <a:ext cx="640080" cy="64008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019" y="4807915"/>
            <a:ext cx="332842" cy="33284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783080" y="45537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selbst erarbeitet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5486400" y="4572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TableView, FilteredList, FXML waren nicht im Unterricht</a:t>
            </a:r>
            <a:endParaRPr lang="en-US" sz="115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6528" y="4873752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9098280" y="45720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Eigenrecherche + Lernhandbuch gelöst</a:t>
            </a:r>
            <a:endParaRPr lang="en-US" sz="1150" dirty="0"/>
          </a:p>
        </p:txBody>
      </p:sp>
      <p:sp>
        <p:nvSpPr>
          <p:cNvPr id="25" name="Shape 17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26" name="Shape 18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Amondis-Oberflächen im Betrieb anpassen</a:t>
            </a:r>
            <a:endParaRPr lang="en-US" sz="11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analysieren, Fehler isolieren, lösen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Ergebnis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Pflichtanforderungen erfüllt – plus eine Zusatzfunktion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82296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856232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95528" y="2560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Tabellen (Soll: ≥5)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65576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65576" y="1691640"/>
            <a:ext cx="82296" cy="1371600"/>
          </a:xfrm>
          <a:prstGeom prst="rect">
            <a:avLst/>
          </a:prstGeom>
          <a:solidFill>
            <a:srgbClr val="087E8B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56232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7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~1.700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602736" y="2560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Zeilen Java-Code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72784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2784" y="1691640"/>
            <a:ext cx="82296" cy="1371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856232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09944" y="2560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 (MVC/DAO)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79992" y="16916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9992" y="1691640"/>
            <a:ext cx="82296" cy="137160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9189720" y="1856232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17152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Umlagerung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10712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42416" y="3355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MySQL-Datenbank mit 6 Tabellen (3NF)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410712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528816" y="3355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Vollständiges CRUD über alle Entitäten</a:t>
            </a:r>
            <a:endParaRPr lang="en-US" sz="14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50792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042416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MVC-Architektur mit DAO-Schicht</a:t>
            </a:r>
            <a:endParaRPr lang="en-US" sz="14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4050792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528816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Such- und Filterfunktion</a:t>
            </a:r>
            <a:endParaRPr lang="en-US" sz="14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690872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42416" y="46360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Mindestbestand-Warnung in Rot</a:t>
            </a:r>
            <a:endParaRPr lang="en-US" sz="14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469087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528816" y="46360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Umlagerung als zusätzliches Feature</a:t>
            </a:r>
            <a:endParaRPr lang="en-US" sz="1400" dirty="0"/>
          </a:p>
        </p:txBody>
      </p:sp>
      <p:sp>
        <p:nvSpPr>
          <p:cNvPr id="32" name="Shape 24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33" name="Shape 25"/>
          <p:cNvSpPr/>
          <p:nvPr/>
        </p:nvSpPr>
        <p:spPr>
          <a:xfrm>
            <a:off x="502920" y="6364224"/>
            <a:ext cx="329184" cy="329184"/>
          </a:xfrm>
          <a:prstGeom prst="ellipse">
            <a:avLst/>
          </a:prstGeom>
          <a:solidFill>
            <a:srgbClr val="E76F51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6437376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914400" y="61996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DAMALS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reales Ziel: digitaler Lagerprozess</a:t>
            </a:r>
            <a:endParaRPr lang="en-US" sz="1150" dirty="0"/>
          </a:p>
        </p:txBody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0448" y="6437376"/>
            <a:ext cx="237744" cy="18288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263640" y="636422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6792" y="6437376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6675120" y="619963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</a:t>
            </a:r>
            <a:pPr indent="0" marL="0">
              <a:buNone/>
            </a:pPr>
            <a:r>
              <a:rPr lang="en-US" sz="11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Projektziel erreicht – lauffähige Software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Vom Fax-Zettel zum eigenen System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habe die Digitalisierung eines Krankenhauslagers als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4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Anwender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begleitet – und sie hier als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Entwickler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von Grund auf neu gedacht.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611880"/>
            <a:ext cx="3291840" cy="1783080"/>
          </a:xfrm>
          <a:prstGeom prst="roundRect">
            <a:avLst>
              <a:gd name="adj" fmla="val 6154"/>
            </a:avLst>
          </a:prstGeom>
          <a:solidFill>
            <a:srgbClr val="103F4C"/>
          </a:solidFill>
          <a:ln w="15240">
            <a:solidFill>
              <a:srgbClr val="E76F51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78992" y="3840480"/>
            <a:ext cx="566928" cy="566928"/>
          </a:xfrm>
          <a:prstGeom prst="ellipse">
            <a:avLst/>
          </a:prstGeom>
          <a:solidFill>
            <a:srgbClr val="E76F51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055" y="3976543"/>
            <a:ext cx="294803" cy="294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3886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Praxis verstanden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78992" y="4526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kenne das Problem aus dem echten Lageralltag.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34840" y="3611880"/>
            <a:ext cx="3291840" cy="1783080"/>
          </a:xfrm>
          <a:prstGeom prst="roundRect">
            <a:avLst>
              <a:gd name="adj" fmla="val 6154"/>
            </a:avLst>
          </a:prstGeom>
          <a:solidFill>
            <a:srgbClr val="103F4C"/>
          </a:solidFill>
          <a:ln w="15240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90872" y="384048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935" y="397654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3886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 umgesetzt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90872" y="4526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Datenmodell, Logik und Oberfläche eigenständig gebaut.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3611880"/>
            <a:ext cx="3291840" cy="1783080"/>
          </a:xfrm>
          <a:prstGeom prst="roundRect">
            <a:avLst>
              <a:gd name="adj" fmla="val 6154"/>
            </a:avLst>
          </a:prstGeom>
          <a:solidFill>
            <a:srgbClr val="103F4C"/>
          </a:solidFill>
          <a:ln w="15240">
            <a:solidFill>
              <a:srgbClr val="028090"/>
            </a:solidFill>
            <a:prstDash val="solid"/>
          </a:ln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02752" y="384048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5400000">
              <a:srgbClr val="0B3C49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8815" y="397654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006840" y="3886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erreicht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302752" y="4526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F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SRH-Anforderungen erfüllt, plus Zusatzfeature.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Vielen Dank – ich freue mich auf Ihre Fragen.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Lagerverwaltung – Projektpräsentation</dc:title>
  <dc:subject>PptxGenJS Presentation</dc:subject>
  <dc:creator>Sascha Schulz</dc:creator>
  <cp:lastModifiedBy>Sascha Schulz</cp:lastModifiedBy>
  <cp:revision>1</cp:revision>
  <dcterms:created xsi:type="dcterms:W3CDTF">2026-06-09T07:46:58Z</dcterms:created>
  <dcterms:modified xsi:type="dcterms:W3CDTF">2026-06-09T07:46:58Z</dcterms:modified>
</cp:coreProperties>
</file>